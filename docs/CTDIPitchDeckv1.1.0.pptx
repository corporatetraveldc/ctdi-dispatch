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70" r:id="rId21"/>
    <p:sldId id="271" r:id="rId22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7.xml"/><Relationship Id="rId22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-1463040"/>
            <a:ext cx="5852160" cy="585216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66560" y="-731520"/>
            <a:ext cx="4389120" cy="438912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0"/>
            <a:ext cx="2926080" cy="292608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0" y="731520"/>
            <a:ext cx="1463040" cy="146304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9601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spc="400" kern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CTDI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548640" y="193852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Travel Dispatch Intelligence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48640" y="2487168"/>
            <a:ext cx="6309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dispatch intelligence for executive transportation operators — live airspace, avionics datalink, weather, and rail awareness with zero cloud dependency.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520440"/>
            <a:ext cx="2880360" cy="457200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5204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v1.1.0 — Live Data Confirmed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4572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Executive Services, LLC        github.com/CorporateTravelDC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 teams are flying blind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travel lives or dies on conditions that change minute to minute — and most operators watch it through web-scraped data with no real aviation feed behind it.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1732788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TFRs appear without warning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76656" y="2103120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VIP and security flight restrictions activate with minimal notice — closing airspace and snarling surface routes around airports.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09160" y="1444752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032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173278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5896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Fragmented, web-scraped sources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928616" y="2103120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METARs, NOTAMs, NWS alerts, rail status, and ATCSCC plans live in a dozen portals — and consumer trackers just re-serve scraped copies of them.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57200" y="3218688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4015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506724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3383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aviation feed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76656" y="3877056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ADS-B-only tools show radar-derived position after the fact. Clearances, taxi state, and aircraft-health messages never reach the dispatch desk.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4709160" y="3218688"/>
            <a:ext cx="3977640" cy="1536192"/>
          </a:xfrm>
          <a:prstGeom prst="roundRect">
            <a:avLst>
              <a:gd name="adj" fmla="val 3571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10328" y="34015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484" y="3506724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58968" y="33832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decision engine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4928616" y="3877056"/>
            <a:ext cx="3538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stay ad hoc — no scored, defensible operational state, and no archive to answer “does this happen every Friday?”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platform. Every operational signal.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500" y="1348740"/>
            <a:ext cx="228600" cy="228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78992" y="1179576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multi-feed monitoring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1078992" y="150876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Aviation, weather, rail, and airspace data polled and pushed around the clock.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2167128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2281428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78992" y="2112264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datalink, decoded on-site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078992" y="244144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and VDL2 captured direct from the VHF band — the platform hears what the aircraft hears.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57200" y="3099816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3214116"/>
            <a:ext cx="228600" cy="2286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78992" y="3044952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alerts in seconds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1078992" y="3374136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relevant changes fire straight to dispatcher devices via ntfy.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57200" y="4032504"/>
            <a:ext cx="457200" cy="457200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4146804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078992" y="397764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135.609-informed decision scoring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1078992" y="4306824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CPS engine converts raw conditions into a single, defensible go / no-go state.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6172200" y="1188720"/>
            <a:ext cx="2514600" cy="3611880"/>
          </a:xfrm>
          <a:prstGeom prst="roundRect">
            <a:avLst>
              <a:gd name="adj" fmla="val 290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4"/>
          <p:cNvSpPr/>
          <p:nvPr/>
        </p:nvSpPr>
        <p:spPr>
          <a:xfrm>
            <a:off x="6355080" y="1371600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14+</a:t>
            </a:r>
            <a:endParaRPr lang="en-US" sz="3200" dirty="0"/>
          </a:p>
        </p:txBody>
      </p:sp>
      <p:sp>
        <p:nvSpPr>
          <p:cNvPr id="21" name="Text 15"/>
          <p:cNvSpPr/>
          <p:nvPr/>
        </p:nvSpPr>
        <p:spPr>
          <a:xfrm>
            <a:off x="6355080" y="1847088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data feeds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6355080" y="2258568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23" name="Text 17"/>
          <p:cNvSpPr/>
          <p:nvPr/>
        </p:nvSpPr>
        <p:spPr>
          <a:xfrm>
            <a:off x="6355080" y="2734056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 decoders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355080" y="314553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200" dirty="0"/>
          </a:p>
        </p:txBody>
      </p:sp>
      <p:sp>
        <p:nvSpPr>
          <p:cNvPr id="25" name="Text 19"/>
          <p:cNvSpPr/>
          <p:nvPr/>
        </p:nvSpPr>
        <p:spPr>
          <a:xfrm>
            <a:off x="6355080" y="3621024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dependencies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355080" y="4032504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$80</a:t>
            </a:r>
            <a:endParaRPr lang="en-US" sz="3200" dirty="0"/>
          </a:p>
        </p:txBody>
      </p:sp>
      <p:sp>
        <p:nvSpPr>
          <p:cNvPr id="27" name="Text 21"/>
          <p:cNvSpPr/>
          <p:nvPr/>
        </p:nvSpPr>
        <p:spPr>
          <a:xfrm>
            <a:off x="6355080" y="4507992"/>
            <a:ext cx="2148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a Raspberry Pi 5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Avionics source of truth — ACARS &amp; VDL2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decodes aircraft datalink transmissions directly off the VHF band. The platform hears what the aircraft hears — not what a tracking website republishes.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4160520" cy="2743200"/>
          </a:xfrm>
          <a:prstGeom prst="roundRect">
            <a:avLst>
              <a:gd name="adj" fmla="val 2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09344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datalink carries that ADS-B never will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85800" y="2048256"/>
            <a:ext cx="370332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Pre-departure clearances — departure activity visible before the aircraft ever moves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 state and OOOI events reported by the airframe itself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ATIS, weather uplinks, and position reports en route</a:t>
            </a:r>
            <a:endParaRPr lang="en-US" sz="110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and aircraft-health messages that foreshadow delays and swaps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892040" y="1444752"/>
            <a:ext cx="3794760" cy="841248"/>
          </a:xfrm>
          <a:prstGeom prst="roundRect">
            <a:avLst>
              <a:gd name="adj" fmla="val 65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056632" y="1655064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1788" y="1760220"/>
            <a:ext cx="210312" cy="21031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596128" y="1536192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corporatetraveldc-dumpvdl2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596128" y="1773936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VHF Data Link Mode 2 decoder — captures aircraft operational messages direct from the VHF band.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892040" y="2395728"/>
            <a:ext cx="3794760" cy="841248"/>
          </a:xfrm>
          <a:prstGeom prst="roundRect">
            <a:avLst>
              <a:gd name="adj" fmla="val 65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056632" y="260604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1788" y="2711196"/>
            <a:ext cx="210312" cy="21031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596128" y="2487168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corporatetraveldc-acarshub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5596128" y="2724912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message hub — decodes departure clearances, ATIS, weather uplinks, position reports, and maintenance messages.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892040" y="3346704"/>
            <a:ext cx="3794760" cy="841248"/>
          </a:xfrm>
          <a:prstGeom prst="roundRect">
            <a:avLst>
              <a:gd name="adj" fmla="val 652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056632" y="355701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788" y="3662172"/>
            <a:ext cx="210312" cy="21031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596128" y="3438144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corporatetraveldc-acarsrouter</a:t>
            </a:r>
            <a:endParaRPr lang="en-US" sz="1050" dirty="0"/>
          </a:p>
        </p:txBody>
      </p:sp>
      <p:sp>
        <p:nvSpPr>
          <p:cNvPr id="21" name="Text 16"/>
          <p:cNvSpPr/>
          <p:nvPr/>
        </p:nvSpPr>
        <p:spPr>
          <a:xfrm>
            <a:off x="5596128" y="3675888"/>
            <a:ext cx="2971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Routes, deduplicates, and normalizes ACARS / VDL2 streams into the dispatch intelligence layer.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457200" y="4370832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/>
        </p:spPr>
      </p:sp>
      <p:sp>
        <p:nvSpPr>
          <p:cNvPr id="23" name="Text 18"/>
          <p:cNvSpPr/>
          <p:nvPr/>
        </p:nvSpPr>
        <p:spPr>
          <a:xfrm>
            <a:off x="685800" y="4370832"/>
            <a:ext cx="7818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clearance on the datalink means wheels-up is coming — schedule-integrity signals arrive before movement. ADS-B-only systems find out after.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14+ live intelligence feeds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Pull-based polling with push-primary failover — plus an RF avionics datalink layer no web-scraped system can offer.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30352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2064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datalink, RF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50136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923288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VDL2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05000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VDL Mode 2, RF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43072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16224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7936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weather, 5 min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36008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709160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NWS Alerts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90872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hazardous wx, 5 min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6028944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02096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083808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restrictions, 5 min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421880" y="1481328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95032" y="1591056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NOTAMs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76744" y="1865376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FAA NOTAM API, 5 min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0352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12064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 plans + tracks, push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1850136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923288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STDDS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905000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+ terminal, push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243072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3316224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TFMS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97936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mgmt, push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36008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/ FNS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690872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NOTAMs, push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028944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102096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TBFM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6083808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 sequencing, push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421880" y="2542032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7495032" y="2651760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ITWS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476744" y="2926080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weather, push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53668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1226820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NWWS-OI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1208532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NWS push via XMPP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2546604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2619756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ADS-B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601468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aircraft, 250 NM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939540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12692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Amtrak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994404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 status, push + poll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5332476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5405628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ATCSCC Plan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387340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NAS plan, 1 hr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6725412" y="3602736"/>
            <a:ext cx="1264920" cy="896112"/>
          </a:xfrm>
          <a:prstGeom prst="roundRect">
            <a:avLst>
              <a:gd name="adj" fmla="val 510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798564" y="3712464"/>
            <a:ext cx="1118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Programs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780276" y="3986784"/>
            <a:ext cx="1155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/ ground stops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57200" y="46817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Highlighted: </a:t>
            </a:r>
            <a:pPr algn="ctr" indent="0" marL="0">
              <a:buNone/>
            </a:pPr>
            <a:r>
              <a:rPr lang="en-US" sz="10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/ VDL2 arrive over FAA-regulated aviation datalink infrastructure, decoded locally — when a push feed connects, REST polling for that feed stands down automatically.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CPS — Critical Predictability State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 / no-go engine designed around FAA Part 135.609 decision criteria — six live factors, one unambiguous answer, recomputed hourly and on demand.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81328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719072"/>
            <a:ext cx="274320" cy="274320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727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/ GO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97280" y="18653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support normal operations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368296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8368" y="2606040"/>
            <a:ext cx="274320" cy="274320"/>
          </a:xfrm>
          <a:prstGeom prst="ellipse">
            <a:avLst/>
          </a:prstGeom>
          <a:solidFill>
            <a:srgbClr val="B7791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245973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YELLOW / MARGINAL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97280" y="275234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Degraded factors — heightened monitoring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255264"/>
            <a:ext cx="4114800" cy="749808"/>
          </a:xfrm>
          <a:prstGeom prst="roundRect">
            <a:avLst>
              <a:gd name="adj" fmla="val 731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58368" y="3493008"/>
            <a:ext cx="274320" cy="274320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33467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/ NO-GO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097280" y="3639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outside safe operating limits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846320" y="1481328"/>
            <a:ext cx="3840480" cy="2487168"/>
          </a:xfrm>
          <a:prstGeom prst="roundRect">
            <a:avLst>
              <a:gd name="adj" fmla="val 2206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074920" y="1627632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scored factors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074920" y="2048256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19" name="Text 17"/>
          <p:cNvSpPr/>
          <p:nvPr/>
        </p:nvSpPr>
        <p:spPr>
          <a:xfrm>
            <a:off x="5074920" y="204825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58000" y="2048256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0" y="2048256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074920" y="2670048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3" name="Text 21"/>
          <p:cNvSpPr/>
          <p:nvPr/>
        </p:nvSpPr>
        <p:spPr>
          <a:xfrm>
            <a:off x="5074920" y="26700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858000" y="2670048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6858000" y="2670048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Precipitation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074920" y="3291840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7" name="Text 25"/>
          <p:cNvSpPr/>
          <p:nvPr/>
        </p:nvSpPr>
        <p:spPr>
          <a:xfrm>
            <a:off x="5074920" y="32918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Airspace / TFRs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858000" y="3291840"/>
            <a:ext cx="1645920" cy="475488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29" name="Text 27"/>
          <p:cNvSpPr/>
          <p:nvPr/>
        </p:nvSpPr>
        <p:spPr>
          <a:xfrm>
            <a:off x="6858000" y="32918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Delay Programs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4224528"/>
            <a:ext cx="8229600" cy="621792"/>
          </a:xfrm>
          <a:prstGeom prst="roundRect">
            <a:avLst>
              <a:gd name="adj" fmla="val 8824"/>
            </a:avLst>
          </a:prstGeom>
          <a:solidFill>
            <a:srgbClr val="1E2761"/>
          </a:solidFill>
          <a:ln/>
        </p:spPr>
      </p:sp>
      <p:sp>
        <p:nvSpPr>
          <p:cNvPr id="31" name="Text 29"/>
          <p:cNvSpPr/>
          <p:nvPr/>
        </p:nvSpPr>
        <p:spPr>
          <a:xfrm>
            <a:off x="685800" y="4224528"/>
            <a:ext cx="7818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pedigree: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CPS applies the go / no-go discipline written for on-demand air charter (14 CFR §135.609) continuously to ground operations — every state change is pushed, logged, and defensible.</a:t>
            </a:r>
            <a:r>
              <a:rPr sz="1100">
                <a:solidFill>
                  <a:srgbClr val="FFFFFF"/>
                </a:solidFill>
                <a:latin typeface="Calibri"/>
              </a:rPr>
              <a:t>  Ground Delay Program data now arrives by direct FAA push — declaration messages, seconds after issuance — not REST polling.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v1.1.0 — from wired to proven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feed that was pending FAA credentials in v1.0.0 is now confirmed live end-to-end against real production data.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18120" y="274320"/>
            <a:ext cx="566928" cy="566928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411480"/>
            <a:ext cx="292608" cy="2926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85800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feeds confirmed live — FDPS, STDDS, TFMS, AIM/FNS, TBFM, ITWS all validated against real production traffic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32404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10" name="Text 7"/>
          <p:cNvSpPr/>
          <p:nvPr/>
        </p:nvSpPr>
        <p:spPr>
          <a:xfrm>
            <a:off x="3415284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3461004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ingest interruptions — root-caused a memory issue, 62/day down to 15/day, kernel-verified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007608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13" name="Text 10"/>
          <p:cNvSpPr/>
          <p:nvPr/>
        </p:nvSpPr>
        <p:spPr>
          <a:xfrm>
            <a:off x="6190488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3x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236208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new trend-escalation threshold separating a real disruption from routine noise, by sector/corridor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FDPS alone was validated against 25 real live messages across all 10 source-facility codes seen in production. New: GDP / ground-stop declarations now arrive by direct FAA push — the earliest signal that exists — plus per-flight reroute-approval status and named SID/STAR identification.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v1.0.0 → v1.1.0: from wired to proven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v1.0.0 wired the FAA push feeds. v1.1.0 turned them on — and validated every one against live production data.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1732788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FDPS &amp; ITWS: stub to validated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76656" y="2103120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Flight-plan/track and terminal-weather feeds — once stubs — confirmed live against real production traffic at DCA, IAD, and BWI.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09160" y="1444752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032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173278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5896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TFMS: the deep cut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928616" y="2103120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 / ground-stop declarations by direct push, runway-rate/config change detection, DC-filtered ATCSCC advisories, per-flight reroute-approval status, and named SID/STAR identification.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3236976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41985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52501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34015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 sector-level congestion correlation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76656" y="3895344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Disruption signals grouped by ARTCC corridor — DC, New York, Boston, St. Louis, Atlanta — with 3x-baseline trend escalation and per-sector/per-feed silencing.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09160" y="3236976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10328" y="341985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484" y="3525012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58968" y="34015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for the long haul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4928616" y="3895344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Root-caused a memory-pressure issue (62/day → 15/day interruptions, ~75% fewer, kernel-verified). Alert delivery gained retry-with-backoff.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One &amp; AF1 hot-push alerts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VIP or POTUS movement TFR activates, seconds matter. CTDI watches for the signature and fires a maximum-priority push before the surface impact hits.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818120" y="274320"/>
            <a:ext cx="566928" cy="566928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411480"/>
            <a:ext cx="292608" cy="29260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685800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cadence on the TFR feed — plus real-time SWIM push when connected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32404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10" name="Text 7"/>
          <p:cNvSpPr/>
          <p:nvPr/>
        </p:nvSpPr>
        <p:spPr>
          <a:xfrm>
            <a:off x="3415284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P5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3461004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ntfy priority — alerts break through silent and do-not-disturb modes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007608" y="1600200"/>
            <a:ext cx="2679192" cy="2057400"/>
          </a:xfrm>
          <a:prstGeom prst="roundRect">
            <a:avLst>
              <a:gd name="adj" fmla="val 3556"/>
            </a:avLst>
          </a:prstGeom>
          <a:solidFill>
            <a:srgbClr val="2B3672"/>
          </a:solidFill>
          <a:ln/>
        </p:spPr>
      </p:sp>
      <p:sp>
        <p:nvSpPr>
          <p:cNvPr id="13" name="Text 10"/>
          <p:cNvSpPr/>
          <p:nvPr/>
        </p:nvSpPr>
        <p:spPr>
          <a:xfrm>
            <a:off x="6190488" y="1828800"/>
            <a:ext cx="23134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6236208" y="2606040"/>
            <a:ext cx="2221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per event — full detail to the domain topic, bottom line to dispatch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topics also cover OOOI flight events, diversions, rail delays, hazardous weather, CPS changes, and daily briefs — each on its own subscribable channel. Marine One / AF1 TFR alerting operates against FAA NOTAM and Secret Service airspace-security frameworks.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Pattern intelligence &amp; anomaly detection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built-in recorder archives every feed snapshot into a rolling 52-week local dataset — under 500 MB, entirely on-device.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" y="1568196"/>
            <a:ext cx="210312" cy="2103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4173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Longitudinal archive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24128" y="170992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Snapshots every 5 minutes, 24/7 — zlib-compressed, tiered retention from 2 to 52 weeks.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57200" y="233172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" y="2436876"/>
            <a:ext cx="210312" cy="21031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24128" y="22860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&amp; pattern surfacing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024128" y="257860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TFR windows, seasonal ground-delay exposure, rail on-time drift — invisible in real-time views.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57200" y="32004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" y="3305556"/>
            <a:ext cx="210312" cy="2103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24128" y="31546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Planning-grade signals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024128" y="34472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GDP frequency by airport and season feeds quarterly advisories and route recommendations.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457200" y="406908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56" y="4174236"/>
            <a:ext cx="210312" cy="21031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24128" y="4023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Zero-credential demo mode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024128" y="431596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archive replays through the live API surface — a fully real-looking client demo with no live feeds required.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577840" y="1463040"/>
            <a:ext cx="3108960" cy="324612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1" name="Text 15"/>
          <p:cNvSpPr/>
          <p:nvPr/>
        </p:nvSpPr>
        <p:spPr>
          <a:xfrm>
            <a:off x="580644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ARCHIVE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5806440" y="2011680"/>
            <a:ext cx="26517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“Three recurring TFR activations at DCA in six weeks, consistent with Friday-morning departure windows — sufficient pattern for a standing client advisory.”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regulated industries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operates at the intersection of FAA-regulated airspace, DOT / FTA-regulated ground transport, and clients who carry compliance obligations of their own.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44752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1732788"/>
            <a:ext cx="210312" cy="2103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0700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135.609-aligned decisioning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676656" y="2103120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CPS engine is explicitly designed around FAA go / no-go criteria for on-demand air charter — every dispatch decision is scored, logged, and defensible.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709160" y="1444752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10328" y="1627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1732788"/>
            <a:ext cx="210312" cy="2103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58968" y="1609344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National-capital airspace compliance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928616" y="2103120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FRZ, SFRA, P-56, and TFR monitoring aligned to FAA NOTAM frameworks — including Marine One / AF1 movements coordinated under Secret Service airspace security.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457200" y="3236976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58368" y="341985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525012"/>
            <a:ext cx="210312" cy="21031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07008" y="34015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data infrastructure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76656" y="3895344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and VDL2 are FAA-regulated aviation communication links. The intelligence layer is built on certified datalink infrastructure — not scraped web data.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709160" y="3236976"/>
            <a:ext cx="3977640" cy="1572768"/>
          </a:xfrm>
          <a:prstGeom prst="roundRect">
            <a:avLst>
              <a:gd name="adj" fmla="val 3488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4910328" y="3419856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484" y="3525012"/>
            <a:ext cx="210312" cy="21031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458968" y="3401568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sovereignty for regulated clients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4928616" y="3895344"/>
            <a:ext cx="353872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Local-first: no PII or client movement data transits third-party infrastructure. Suited to finance, legal, government contracting, healthcare, cleared personnel, and CJIS-adjacent environments.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built for the edge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rootless Podman containers managed by systemd Quadlets — five core services around one SQLite database, plus a dedicated avionics datalink chain.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STACK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12064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REST API, tiered auth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1764792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810512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poller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819656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 scheduler + AI skills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072384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18104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27248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ntfy alert dispatcher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4379976" y="1682496"/>
            <a:ext cx="1179576" cy="868680"/>
          </a:xfrm>
          <a:prstGeom prst="roundRect">
            <a:avLst>
              <a:gd name="adj" fmla="val 5263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25696" y="1773936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34840" y="2029968"/>
            <a:ext cx="1069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SWIM / NWWS push ingest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57200" y="2715768"/>
            <a:ext cx="5102352" cy="457200"/>
          </a:xfrm>
          <a:prstGeom prst="roundRect">
            <a:avLst>
              <a:gd name="adj" fmla="val 1000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715768"/>
            <a:ext cx="5102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(WAL) — one shared database, no external DB server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337560"/>
            <a:ext cx="5102352" cy="804672"/>
          </a:xfrm>
          <a:prstGeom prst="roundRect">
            <a:avLst>
              <a:gd name="adj" fmla="val 5682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8368" y="3419856"/>
            <a:ext cx="47000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runner</a:t>
            </a:r>
            <a:endParaRPr lang="en-US" sz="1100" dirty="0"/>
          </a:p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PWA dashboard — globe map, ADS-B overlay, rail map, live feed panel, alert stream, local-LLM chat drawer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897880" y="1371600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AVIONICS DATALINK CHAIN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897880" y="168249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2B3672"/>
          </a:solidFill>
          <a:ln/>
        </p:spPr>
      </p:sp>
      <p:sp>
        <p:nvSpPr>
          <p:cNvPr id="23" name="Text 21"/>
          <p:cNvSpPr/>
          <p:nvPr/>
        </p:nvSpPr>
        <p:spPr>
          <a:xfrm>
            <a:off x="6062472" y="175564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dumpvdl2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062472" y="201168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VDL2 decode off the VHF band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897880" y="250545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2B3672"/>
          </a:solidFill>
          <a:ln/>
        </p:spPr>
      </p:sp>
      <p:sp>
        <p:nvSpPr>
          <p:cNvPr id="26" name="Text 24"/>
          <p:cNvSpPr/>
          <p:nvPr/>
        </p:nvSpPr>
        <p:spPr>
          <a:xfrm>
            <a:off x="6062472" y="25786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acarshub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062472" y="283464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ACARS decode + message hub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897880" y="3328416"/>
            <a:ext cx="2788920" cy="658368"/>
          </a:xfrm>
          <a:prstGeom prst="roundRect">
            <a:avLst>
              <a:gd name="adj" fmla="val 6944"/>
            </a:avLst>
          </a:prstGeom>
          <a:solidFill>
            <a:srgbClr val="2B3672"/>
          </a:solidFill>
          <a:ln/>
        </p:spPr>
      </p:sp>
      <p:sp>
        <p:nvSpPr>
          <p:cNvPr id="29" name="Text 27"/>
          <p:cNvSpPr/>
          <p:nvPr/>
        </p:nvSpPr>
        <p:spPr>
          <a:xfrm>
            <a:off x="6062472" y="34015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acarsrouter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062472" y="3657600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+ normalize → dispatch layer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897880" y="416966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feeds the same SQLite intelligence layer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4434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watchdog service monitors undervoltage and thermals on a 90-second systemd timer — the platform tells you when the hardware is unhappy.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Local-first. Private by architecture.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2651760" cy="3383280"/>
          </a:xfrm>
          <a:prstGeom prst="roundRect">
            <a:avLst>
              <a:gd name="adj" fmla="val 2759"/>
            </a:avLst>
          </a:prstGeom>
          <a:solidFill>
            <a:srgbClr val="1E2761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6916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713232" y="2834640"/>
            <a:ext cx="21396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itinerary, passenger, or movement data leaves the device. All AI inference runs on-host via Ollama — no cloud LLM key, no third-party telemetry.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429000" y="1280160"/>
            <a:ext cx="5257800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30168" y="158191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35324" y="1687068"/>
            <a:ext cx="210312" cy="21031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224528" y="138988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224528" y="168249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Briefs, enrichment, and chat run on local models (Llama, Mistral-Nemo, Phi) — sized from an 8 GB Pi to a workstation.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3429000" y="2468880"/>
            <a:ext cx="5257800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30168" y="277063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5324" y="2875788"/>
            <a:ext cx="210312" cy="21031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224528" y="25786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access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4224528" y="287121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auth: anonymous read, Tailscale-gated operations, hashed bearer tokens for admin. Plaintext tokens are never stored.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3429000" y="3657600"/>
            <a:ext cx="5257800" cy="1024128"/>
          </a:xfrm>
          <a:prstGeom prst="roundRect">
            <a:avLst>
              <a:gd name="adj" fmla="val 5357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630168" y="3959352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5324" y="4064508"/>
            <a:ext cx="210312" cy="21031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224528" y="376732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Audit-ready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4224528" y="4059936"/>
            <a:ext cx="4251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audit log, 90-day retention, never leaves the host. Sensitive radio data is excluded from every release artifact.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 on hardware you already own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59536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target: Raspberry Pi 5 (aarch64). Verified equally on Fedora — any Linux aarch64 or x86_64 host works.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78638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32918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Fedora 43+ (x86_64 / ARM64)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tested reference platform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Raspberry Pi OS (Pi 5, aarch64)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Fully tested reference hardware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macOS (Apple Silicon / Intel)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Podman Machine or Docker Desktop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x64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WSL2 installer; Ollama runs natively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Android ARM64 (Termux)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Community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Bare Python, lightweight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iOS / iPadOS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client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45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PWA via browser — Add to Home Screen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git clone to live dispatch in an afternoon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21792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21792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21792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repo from the CorporateTravelDC GitHub organization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542032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2706624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2706624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82112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setup.sh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706624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installer creates the user, configs, Quadlets, and nginx vhosts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26864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91456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4791456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266944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91456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build-images.sh compiles all container images locally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11696" y="1280160"/>
            <a:ext cx="1975104" cy="1481328"/>
          </a:xfrm>
          <a:prstGeom prst="roundRect">
            <a:avLst>
              <a:gd name="adj" fmla="val 3704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76288" y="1426464"/>
            <a:ext cx="384048" cy="38404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876288" y="1426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351776" y="1463040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76288" y="192024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systemctl start — feeds and datalink decoders come up immediately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29992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with the systems operators already run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" y="3401568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58368" y="358444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3689604"/>
            <a:ext cx="210312" cy="210312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207008" y="35661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webhooks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676656" y="4059936"/>
            <a:ext cx="3538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bookings auto-add flights and trains to the watchlist — OOOI tracking and alerts start with zero manual entry.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709160" y="3401568"/>
            <a:ext cx="3977640" cy="1371600"/>
          </a:xfrm>
          <a:prstGeom prst="roundRect">
            <a:avLst>
              <a:gd name="adj" fmla="val 4000"/>
            </a:avLst>
          </a:prstGeom>
          <a:solidFill>
            <a:srgbClr val="EEF3FB"/>
          </a:solidFill>
          <a:ln/>
          <a:effectLst>
            <a:outerShdw sx="100000" sy="100000" kx="0" ky="0" algn="bl" rotWithShape="0" blurRad="76200" dist="254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4910328" y="358444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5484" y="3689604"/>
            <a:ext cx="210312" cy="210312"/>
          </a:xfrm>
          <a:prstGeom prst="rect">
            <a:avLst/>
          </a:prstGeom>
        </p:spPr>
      </p:pic>
      <p:sp>
        <p:nvSpPr>
          <p:cNvPr id="32" name="Text 28"/>
          <p:cNvSpPr/>
          <p:nvPr/>
        </p:nvSpPr>
        <p:spPr>
          <a:xfrm>
            <a:off x="5458968" y="35661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Regionalization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4928616" y="4059936"/>
            <a:ext cx="35387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config points move the platform to any metro — US, European, and Asia-Pacific feed equivalents documented.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3840480"/>
            <a:ext cx="2560320" cy="256032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737360" y="4297680"/>
            <a:ext cx="1645920" cy="1645920"/>
          </a:xfrm>
          <a:prstGeom prst="ellipse">
            <a:avLst/>
          </a:prstGeom>
          <a:solidFill>
            <a:srgbClr val="1E2761">
              <a:alpha val="0"/>
            </a:srgbClr>
          </a:solidFill>
          <a:ln w="12700">
            <a:solidFill>
              <a:srgbClr val="3A468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77724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Dispatch intelligence,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your hardware.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v1.0.0 is available now. Deploy the reference stack, run the two-week demo seed, and see your own operating area’s intelligence picture — avionics datalink included.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246120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337560"/>
            <a:ext cx="182880" cy="1828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5156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coreywsheldon@pm.me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80560" y="3246120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337560"/>
            <a:ext cx="182880" cy="1828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98348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(571) 540-2261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548640" y="3813048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04488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51560" y="3813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linkedin.com/in/coreysheldon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4480560" y="3813048"/>
            <a:ext cx="365760" cy="365760"/>
          </a:xfrm>
          <a:prstGeom prst="ellipse">
            <a:avLst/>
          </a:prstGeom>
          <a:solidFill>
            <a:srgbClr val="2B3672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904488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983480" y="38130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github.com/CorporateTravelDC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548640" y="4617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FA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CTDI is developed and operated by CS Executive Services, LLC. All rights reserved.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CTDI — Corporate Travel Dispatch Intelligence v1.0.0</dc:title>
  <dc:subject>PptxGenJS Presentation</dc:subject>
  <dc:creator>CS Executive Services, LLC</dc:creator>
  <cp:lastModifiedBy>CS Executive Services, LLC</cp:lastModifiedBy>
  <cp:revision>1</cp:revision>
  <dcterms:created xsi:type="dcterms:W3CDTF">2026-07-02T03:43:00Z</dcterms:created>
  <dcterms:modified xsi:type="dcterms:W3CDTF">2026-07-02T03:43:00Z</dcterms:modified>
</cp:coreProperties>
</file>