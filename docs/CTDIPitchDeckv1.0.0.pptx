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463040"/>
            <a:ext cx="5852160" cy="585216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0" y="-731520"/>
            <a:ext cx="4389120" cy="43891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0"/>
            <a:ext cx="2926080" cy="292608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731520"/>
            <a:ext cx="1463040" cy="146304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601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4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CTDI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48640" y="193852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Travel Dispatch Intelligence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dispatch intelligence for executive transportation operators — live airspace, avionics datalink, weather, and rail awareness with zero cloud dependency.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520440"/>
            <a:ext cx="2880360" cy="4572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v1.0.0 — First Public Release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Executive Services, LLC        github.com/CorporateTravelDC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 teams are flying blind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travel lives or dies on conditions that change minute to minute — and most operators watch it through web-scraped data with no real aviation feed behind it.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7327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TFRs appear without warning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76656" y="2103120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and security flight restrictions activate with minimal notice — closing airspace and snarling surface routes around airports.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1444752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3278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Fragmented, web-scraped sources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28616" y="2103120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METARs, NOTAMs, NWS alerts, rail status, and ATCSCC plans live in a dozen portals — and consumer trackers just re-serve scraped copies of them.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3218688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4015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06724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aviation feed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76656" y="3877056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ADS-B-only tools show radar-derived position after the fact. Clearances, taxi state, and aircraft-health messages never reach the dispatch desk.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09160" y="3218688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4015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50672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decision engine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928616" y="3877056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stay ad hoc — no scored, defensible operational state, and no archive to answer “does this happen every Friday?”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platform. Every operational signal.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348740"/>
            <a:ext cx="228600" cy="228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78992" y="1179576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multi-feed monitoring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078992" y="15087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Aviation, weather, rail, and airspace data polled and pushed around the clock.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2167128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281428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78992" y="211226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datalink, decoded on-site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78992" y="244144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and VDL2 captured direct from the VHF band — the platform hears what the aircraft hears.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099816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21411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78992" y="304495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alerts in seconds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078992" y="337413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relevant changes fire straight to dispatcher devices via ntfy.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032504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146804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78992" y="39776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135.609-informed decision scoring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1078992" y="430682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CPS engine converts raw conditions into a single, defensible go / no-go state.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172200" y="1188720"/>
            <a:ext cx="2514600" cy="3611880"/>
          </a:xfrm>
          <a:prstGeom prst="roundRect">
            <a:avLst>
              <a:gd name="adj" fmla="val 290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6355080" y="137160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14+</a:t>
            </a:r>
            <a:endParaRPr lang="en-US" sz="3200" dirty="0"/>
          </a:p>
        </p:txBody>
      </p:sp>
      <p:sp>
        <p:nvSpPr>
          <p:cNvPr id="21" name="Text 15"/>
          <p:cNvSpPr/>
          <p:nvPr/>
        </p:nvSpPr>
        <p:spPr>
          <a:xfrm>
            <a:off x="6355080" y="184708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355080" y="225856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23" name="Text 17"/>
          <p:cNvSpPr/>
          <p:nvPr/>
        </p:nvSpPr>
        <p:spPr>
          <a:xfrm>
            <a:off x="6355080" y="273405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 decoders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355080" y="314553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25" name="Text 19"/>
          <p:cNvSpPr/>
          <p:nvPr/>
        </p:nvSpPr>
        <p:spPr>
          <a:xfrm>
            <a:off x="6355080" y="3621024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dependencies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355080" y="4032504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</a:t>
            </a:r>
            <a:endParaRPr lang="en-US" sz="3200" dirty="0"/>
          </a:p>
        </p:txBody>
      </p:sp>
      <p:sp>
        <p:nvSpPr>
          <p:cNvPr id="27" name="Text 21"/>
          <p:cNvSpPr/>
          <p:nvPr/>
        </p:nvSpPr>
        <p:spPr>
          <a:xfrm>
            <a:off x="6355080" y="450799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Raspberry Pi 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Avionics source of truth — ACARS &amp; VDL2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decodes aircraft datalink transmissions directly off the VHF band. The platform hears what the aircraft hears — not what a tracking website republishes.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4160520" cy="2743200"/>
          </a:xfrm>
          <a:prstGeom prst="roundRect">
            <a:avLst>
              <a:gd name="adj" fmla="val 2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0934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datalink carries that ADS-B never will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048256"/>
            <a:ext cx="3703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Pre-departure clearances — departure activity visible before the aircraft ever moves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 state and OOOI events reported by the airframe itself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ATIS, weather uplinks, and position reports en route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and aircraft-health messages that foreshadow delays and swaps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92040" y="1444752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56632" y="1655064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1788" y="1760220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6128" y="153619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corporatetraveldc-dumpvdl2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596128" y="177393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VHF Data Link Mode 2 decoder — captures aircraft operational messages direct from the VHF band.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92040" y="2395728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56632" y="260604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788" y="2711196"/>
            <a:ext cx="210312" cy="2103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96128" y="24871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corporatetraveldc-acarshub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596128" y="272491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message hub — decodes departure clearances, ATIS, weather uplinks, position reports, and maintenance messages.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892040" y="3346704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56632" y="355701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788" y="3662172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596128" y="343814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corporatetraveldc-acarsrouter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5596128" y="367588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Routes, deduplicates, and normalizes ACARS / VDL2 streams into the dispatch intelligence layer.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57200" y="4370832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/>
          <p:nvPr/>
        </p:nvSpPr>
        <p:spPr>
          <a:xfrm>
            <a:off x="685800" y="437083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clearance on the datalink means wheels-up is coming — schedule-integrity signals arrive before movement. ADS-B-only systems find out after.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14+ live intelligence feeds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Pull-based polling with push-primary failover — plus an RF avionics datalink layer no web-scraped system can offer.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30352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2064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datalink, RF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50136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923288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05000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 Mode 2, RF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43072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16224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7936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weather, 5 min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36008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9160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NWS Alerts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90872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 wx, 5 min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028944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02096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83808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restrictions, 5 min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21880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5032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NOTAMs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76744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NOTAM API, 5 min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0352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2064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plans + tracks, push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850136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923288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STDDS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905000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+ terminal, push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243072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16224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TFMS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97936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mgmt, push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36008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/ FNS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90872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NOTAMs, push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28944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102096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TBFM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083808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sequencing, push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421880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495032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76744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weather, push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53668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226820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NWWS-OI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208532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NWS push via XMPP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546604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619756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ADS-B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601468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aircraft, 250 NM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939540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12692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Amtrak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994404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status, push + poll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332476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405628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ATCSCC Plan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387340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NAS plan, 1 hr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725412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798564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Programs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780276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/ ground stops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7200" y="46817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Highlighted: </a:t>
            </a:r>
            <a:pPr algn="ctr"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/ VDL2 arrive over FAA-regulated aviation datalink infrastructure, decoded locally — when a push feed connects, REST polling for that feed stands down automatically.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CPS — Critical Predictability 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/ no-go engine designed around FAA Part 135.609 decision criteria — six live factors, one unambiguous answer, recomputed hourly and on demand.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1907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72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/ GO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97280" y="1865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support normal operations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68296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" y="2606040"/>
            <a:ext cx="274320" cy="274320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4597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/ MARGINAL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97280" y="2752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factors — heightened monitoring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255264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3493008"/>
            <a:ext cx="274320" cy="27432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3467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/ NO-GO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9728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outside safe operating limits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1481328"/>
            <a:ext cx="3840480" cy="2487168"/>
          </a:xfrm>
          <a:prstGeom prst="roundRect">
            <a:avLst>
              <a:gd name="adj" fmla="val 2206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74920" y="16276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scored factors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74920" y="2048256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20482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0" y="2048256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20482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74920" y="2670048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3" name="Text 21"/>
          <p:cNvSpPr/>
          <p:nvPr/>
        </p:nvSpPr>
        <p:spPr>
          <a:xfrm>
            <a:off x="507492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0" y="2670048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74920" y="3291840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32918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/ TFRs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58000" y="3291840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0" y="32918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Delay Programs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224528"/>
            <a:ext cx="8229600" cy="621792"/>
          </a:xfrm>
          <a:prstGeom prst="roundRect">
            <a:avLst>
              <a:gd name="adj" fmla="val 8824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224528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pedigree: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CPS applies the go / no-go discipline written for on-demand air charter (14 CFR §135.609) continuously to ground operations — every state change is pushed, logged, and defensible.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One &amp; AF1 hot-push alerts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VIP or POTUS movement TFR activates, seconds matter. CTDI watches for the signature and fires a maximum-priority push before the surface impact hits.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18120" y="274320"/>
            <a:ext cx="566928" cy="566928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411480"/>
            <a:ext cx="292608" cy="2926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cadence on the TFR feed — plus real-time SWIM push when connected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32404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0" name="Text 7"/>
          <p:cNvSpPr/>
          <p:nvPr/>
        </p:nvSpPr>
        <p:spPr>
          <a:xfrm>
            <a:off x="3415284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P5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3461004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ntfy priority — alerts break through silent and do-not-disturb modes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007608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236208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per event — full detail to the domain topic, bottom line to dispatch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topics also cover OOOI flight events, diversions, rail delays, hazardous weather, CPS changes, and daily briefs — each on its own subscribable channel. Marine One / AF1 TFR alerting operates against FAA NOTAM and Secret Service airspace-security frameworks.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intelligence &amp; anomaly detection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built-in recorder archives every feed snapshot into a rolling 52-week local dataset — under 500 MB, entirely on-device.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568196"/>
            <a:ext cx="210312" cy="2103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17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archive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24128" y="170992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every 5 minutes, 24/7 — zlib-compressed, tiered retention from 2 to 52 weeks.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233172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436876"/>
            <a:ext cx="210312" cy="2103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4128" y="2286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&amp; pattern surfacing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024128" y="25786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TFR windows, seasonal ground-delay exposure, rail on-time drift — invisible in real-time views.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7200" y="32004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3305556"/>
            <a:ext cx="210312" cy="2103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3154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Planning-grade signals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024128" y="3447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GDP frequency by airport and season feeds quarterly advisories and route recommendations.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57200" y="406908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" y="4174236"/>
            <a:ext cx="210312" cy="21031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24128" y="4023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Zero-credential demo mode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024128" y="431596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archive replays through the live API surface — a fully real-looking client demo with no live feeds required.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577840" y="1463040"/>
            <a:ext cx="3108960" cy="324612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580644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ARCHIVE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5806440" y="2011680"/>
            <a:ext cx="2651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“Three recurring TFR activations at DCA in six weeks, consistent with Friday-morning departure windows — sufficient pattern for a standing client advisory.”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regulated industries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operates at the intersection of FAA-regulated airspace, DOT / FTA-regulated ground transport, and clients who carry compliance obligations of their own.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7327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135.609-aligned decisioning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7665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CPS engine is explicitly designed around FAA go / no-go criteria for on-demand air charter — every dispatch decision is scored, logged, and defensible.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0916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3278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National-capital airspace compliance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2861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FRZ, SFRA, P-56, and TFR monitoring aligned to FAA NOTAM frameworks — including Marine One / AF1 movements coordinated under Secret Service airspace security.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2501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data infrastructure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7665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and VDL2 are FAA-regulated aviation communication links. The intelligence layer is built on certified datalink infrastructure — not scraped web data.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0916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525012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sovereignty for regulated clients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92861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Local-first: no PII or client movement data transits third-party infrastructure. Suited to finance, legal, government contracting, healthcare, cleared personnel, and CJIS-adjacent environments.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built for the edge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rootless Podman containers managed by systemd Quadlets — five core services around one SQLite database, plus a dedicated avionics datalink chain.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STACK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12064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REST API, tiered auth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764792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10512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poller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19656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scheduler + AI skills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072384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18104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27248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ntfy alert dispatcher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379976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25696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34840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 / NWWS push ingest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7200" y="2715768"/>
            <a:ext cx="5102352" cy="4572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15768"/>
            <a:ext cx="5102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(WAL) — one shared database, no external DB server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5102352" cy="804672"/>
          </a:xfrm>
          <a:prstGeom prst="roundRect">
            <a:avLst>
              <a:gd name="adj" fmla="val 568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" y="3419856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runner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PWA dashboard — globe map, ADS-B overlay, rail map, live feed panel, alert stream, local-LLM chat drawer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13716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 CHAIN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897880" y="168249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3" name="Text 21"/>
          <p:cNvSpPr/>
          <p:nvPr/>
        </p:nvSpPr>
        <p:spPr>
          <a:xfrm>
            <a:off x="6062472" y="17556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dumpvdl2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062472" y="20116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VDL2 decode off the VHF band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897880" y="250545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6" name="Text 24"/>
          <p:cNvSpPr/>
          <p:nvPr/>
        </p:nvSpPr>
        <p:spPr>
          <a:xfrm>
            <a:off x="606247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acarshub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062472" y="28346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decode + message hub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897880" y="332841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9" name="Text 27"/>
          <p:cNvSpPr/>
          <p:nvPr/>
        </p:nvSpPr>
        <p:spPr>
          <a:xfrm>
            <a:off x="6062472" y="34015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acarsrouter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062472" y="36576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+ normalize → dispatch layer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97880" y="41696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feeds the same SQLite intelligence layer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watchdog service monitors undervoltage and thermals on a 90-second systemd timer — the platform tells you when the hardware is unhappy.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Local-first. Private by architecture.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6916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13232" y="2834640"/>
            <a:ext cx="21396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itinerary, passenger, or movement data leaves the device. All AI inference runs on-host via Ollama — no cloud LLM key, no third-party telemetry.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29000" y="128016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30168" y="158191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5324" y="1687068"/>
            <a:ext cx="210312" cy="2103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224528" y="13898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224528" y="1682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Briefs, enrichment, and chat run on local models (Llama, Mistral-Nemo, Phi) — sized from an 8 GB Pi to a workstation.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29000" y="246888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30168" y="2770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324" y="2875788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24528" y="25786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access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224528" y="287121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auth: anonymous read, Tailscale-gated operations, hashed bearer tokens for admin. Plaintext tokens are never stored.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429000" y="365760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630168" y="395935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24" y="4064508"/>
            <a:ext cx="210312" cy="2103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224528" y="376732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224528" y="405993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 log, 90-day retention, never leaves the host. Sensitive radio data is excluded from every release artifact.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on hardware you already own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target: Raspberry Pi 5 (aarch64). Verified equally on Fedora — any Linux aarch64 or x86_64 host works.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78638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Fedora 43+ (x86_64 / ARM64)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tested reference 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OS (Pi 5, aarch64)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tested reference hardware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(Apple Silicon / Intel)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Podman Machine or Docker Desktop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x64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WSL2 installer; Ollama runs natively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ARM64 (Termux)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Python, lightweight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 / iPadOS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PWA via browser — Add to Home Screen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git clone to live dispatch in an afternoon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1792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repo from the CorporateTravelDC GitHub organization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42032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06624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2706624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82112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setup.sh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06624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installer creates the user, configs, Quadlets, and nginx vhosts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26864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91456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791456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66944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91456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build-images.sh compiles all container images locally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11696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76288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876288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51776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76288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systemctl start — feeds and datalink decoders come up immediately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29992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the systems operators already run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40156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" y="358444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3689604"/>
            <a:ext cx="210312" cy="21031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207008" y="3566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webhooks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676656" y="4059936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bookings auto-add flights and trains to the watchlist — OOOI tracking and alerts start with zero manual entry.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709160" y="340156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910328" y="358444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3689604"/>
            <a:ext cx="210312" cy="21031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458968" y="3566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Regionalization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4928616" y="4059936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config points move the platform to any metro — US, European, and Asia-Pacific feed equivalents documented.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840480"/>
            <a:ext cx="2560320" cy="25603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297680"/>
            <a:ext cx="1645920" cy="16459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 intelligence,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your hardware.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v1.0.0 is available now. Deploy the reference stack, run the two-week demo seed, and see your own operating area’s intelligence picture — avionics datalink included.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337560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coreywsheldon@pm.me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80560" y="3246120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337560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98348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(571) 540-2261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813048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0448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1560" y="3813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linkedin.com/in/coreysheldon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480560" y="3813048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904488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983480" y="3813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github.com/CorporateTravelDC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is developed and operated by CS Executive Services, LLC. All rights reserved.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CTDI — Corporate Travel Dispatch Intelligence v1.0.0</dc:title>
  <dc:subject>PptxGenJS Presentation</dc:subject>
  <dc:creator>CS Executive Services, LLC</dc:creator>
  <cp:lastModifiedBy>CS Executive Services, LLC</cp:lastModifiedBy>
  <cp:revision>1</cp:revision>
  <dcterms:created xsi:type="dcterms:W3CDTF">2026-07-02T03:43:00Z</dcterms:created>
  <dcterms:modified xsi:type="dcterms:W3CDTF">2026-07-02T03:43:00Z</dcterms:modified>
</cp:coreProperties>
</file>